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白穹纪元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机械永生录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真空管电子机械赛博朋克 · 叙事驱动型 RPG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54864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在精密运转的永恒秩序下目睹个体被无声碾碎的无力感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永生只是谎言，自由只是幻觉，反抗的尽头是空壳。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赛博朋克市场正处在一个同质化的疲劳期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品类验证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 3000万份销量，品类已主流化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审美窗口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霓虹灯+纳米义体统治70年，市场渴望新视觉语言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极乐迪斯科500万份，叙事型游戏需求持续上升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真空管电子机械美学，全球游戏市场零竞品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一个自洽、封闭、令人窒息的反乌托邦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12亿人口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极致秩序下的思想筛选工厂。积分制度驱动全民内卷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铁锈带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80亿人口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残酷自由里的垃圾场与血汗工厂。帮派割据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伊甸核心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5000万空壳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谎言包裹下的永生收容所与定期屠宰场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CONFLICT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这个世界的残酷之处不在于暴力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没有绝对的施暴者与被压迫者 —— 每个人都在主动维护困住自己的规则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统合部不是恶棍 —— 它是资源约束下的极端理性管理者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永生者的维持成本超过新人口产出，二十年一次的配给平衡程序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最具摧毁性的不是压迫，是知道了真相后，绝大多数人选择沉默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核心主题：理解但不认同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74章 正文约23万字 已全部完成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2540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韩执的故事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4CAF50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50章 洛安的故事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D4A040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裂缝之后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CC6633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前传：韩执发现伊甸真相，加密芯片，被出卖，飞升成空壳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主线：洛安距飞升92天发现同事被流放，追查真相，四十六秒全城播片，五比四改革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后传：两年后五方格局，维拉追猎，洛安谈判，教育法案4:4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14个逻辑系统框架已覆盖，核心系统详细设计完成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制造采集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经济交易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社交公会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家园系统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成就排行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背包仓库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装备系统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运营活动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文字设计阶段已全部完成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小说（74章·正文约23万字）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世界观设定（第四版）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游戏系统设计（14个逻辑系统）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核心已完成/PVP运营远期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任务设计（13主线+3DLC）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美术设计文字稿（11类）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概念视觉资产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原型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我们不是另一个赛博朋克游戏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白穹纪元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霓虹+纳米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写实油画风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叙事比重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中度（PVE为主）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核心体验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精密窒息·无力感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超级英雄幻想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内心思辨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市场上不存在与白穹纪元正面竞争的同类产品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+ 外观内购，不逼氪不数值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63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¥68（标准版）/ ¥98（豪华版）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内购设计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仅外观类：装备涂装、义体外壳、家园装饰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DLC扩展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前传/后传剧情DLC + 世界拓展包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无抽卡 · 无通行证 · 无限时活动 · 无数值付费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收入预估（第一年）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¥68x30万 + ¥98x15万 + DLC+内购 约4500万（保守估计）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12个月从概念到可玩原型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全部概念图+风格指南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463040"/>
            <a:ext cx="621792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M3-6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垂直切片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白穹城第一天+铁锈带第一天可玩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1488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48840"/>
            <a:ext cx="12070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M7-9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前传+主线前半完成度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80-120万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8346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2834640"/>
            <a:ext cx="21214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M10-11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685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全线整合+测试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35204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520440"/>
            <a:ext cx="30358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3708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优化+发行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总计预算：约 220-350万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NEEDS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核心内容已由一人完成 · 等待商业驱动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正在寻找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策划/编剧/世界主设 — 1人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程序/技术合伙人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概念美术师/AI美术协作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音乐制作人（外包）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2004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种子投资（概念视觉化15-25万，融资结构另议）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期待与您对话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此处放联系方式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故事已经写好了。现在，把它变成让人看得见的东西。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白穹纪元：机械永生录 — 路演</dc:title>
  <dc:subject>PptxGenJS Presentation</dc:subject>
  <dc:creator>柏万</dc:creator>
  <cp:lastModifiedBy>柏万</cp:lastModifiedBy>
  <cp:revision>1</cp:revision>
  <dcterms:created xsi:type="dcterms:W3CDTF">2026-08-13T04:57:29Z</dcterms:created>
  <dcterms:modified xsi:type="dcterms:W3CDTF">2026-08-13T04:57:29Z</dcterms:modified>
</cp:coreProperties>
</file>